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62B4E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0244A"/>
          </a:solidFill>
          <a:ln/>
        </p:spPr>
      </p:sp>
      <p:pic>
        <p:nvPicPr>
          <p:cNvPr id="5" name="Image 0" descr="/home/claude/ppt/icons/hero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64008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PORTFOLIO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1-Year Journey: 21 Web &amp;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Projects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vanilla JavaScript basics to full React + AI powered products 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two live builds as Frontend &amp; UI/UX Developer.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828800" cy="0"/>
          </a:xfrm>
          <a:prstGeom prst="line">
            <a:avLst/>
          </a:prstGeom>
          <a:noFill/>
          <a:ln w="25400">
            <a:solidFill>
              <a:srgbClr val="8FE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Pawan Kumar Singh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440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· React · Node · Firebase · Supabase · Claude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PORTFOLIO GREW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Project Journey, in 4 Simple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phase_found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1–4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4069080"/>
            <a:ext cx="21488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251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JavaScript, responsive layouts &amp; grid styling.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10712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pic>
        <p:nvPicPr>
          <p:cNvPr id="14" name="Image 1" descr="/home/claude/ppt/icons/phase_utiliti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671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39312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Utilities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39312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5–16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39312" y="4069080"/>
            <a:ext cx="21488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9312" y="4251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APIs, JSON storage &amp; drag/drop interactions.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72784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01384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pic>
        <p:nvPicPr>
          <p:cNvPr id="22" name="Image 2" descr="/home/claude/ppt/icons/a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671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01384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501384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&amp; AI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501384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17–19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501384" y="4069080"/>
            <a:ext cx="21488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01384" y="4251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Firebase, and the Claude AI API.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134856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63456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48A4A"/>
          </a:solidFill>
          <a:ln/>
        </p:spPr>
      </p:sp>
      <p:pic>
        <p:nvPicPr>
          <p:cNvPr id="30" name="Image 3" descr="/home/claude/ppt/icons/phase_ro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216712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63456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363456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CosoStyle &amp; Wardrobe AI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363456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20–21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363456" y="4069080"/>
            <a:ext cx="21488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63456" y="4251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UI/UX build with Tailwind &amp; Supabase.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92024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pic>
        <p:nvPicPr>
          <p:cNvPr id="6" name="Image 0" descr="/home/claude/ppt/icons/stat_ap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C5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built end-to-end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30952" y="1920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/icons/stat_vanill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3593592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/ DOM projects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93024" y="19202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/home/claude/ppt/icons/stat_re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011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3"/>
          <p:cNvSpPr/>
          <p:nvPr/>
        </p:nvSpPr>
        <p:spPr>
          <a:xfrm>
            <a:off x="6455664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applications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055096" y="1920240"/>
            <a:ext cx="457200" cy="457200"/>
          </a:xfrm>
          <a:prstGeom prst="ellipse">
            <a:avLst/>
          </a:prstGeom>
          <a:solidFill>
            <a:srgbClr val="C48A4A"/>
          </a:solidFill>
          <a:ln/>
        </p:spPr>
      </p:sp>
      <p:pic>
        <p:nvPicPr>
          <p:cNvPr id="21" name="Image 3" descr="/home/claude/ppt/icons/stat_ap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536" y="2011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4200" dirty="0"/>
          </a:p>
        </p:txBody>
      </p:sp>
      <p:sp>
        <p:nvSpPr>
          <p:cNvPr id="23" name="Text 17"/>
          <p:cNvSpPr/>
          <p:nvPr/>
        </p:nvSpPr>
        <p:spPr>
          <a:xfrm>
            <a:off x="9317736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integrated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Across the Portfolio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402336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39044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State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68680" y="423367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 arrays, to LocalStorage, to Firestore real-time sync, to React Context + Reducers.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17920" y="402336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9" name="Text 23"/>
          <p:cNvSpPr/>
          <p:nvPr/>
        </p:nvSpPr>
        <p:spPr>
          <a:xfrm>
            <a:off x="6537960" y="39044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537960" y="423367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calls, error handling, skeleton loaders, and working within API limits.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516636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50474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 Design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68680" y="537667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Grids, flexbox, dark mode, micro-animations, and Tailwind CSS v4.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217920" y="516636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5" name="Text 29"/>
          <p:cNvSpPr/>
          <p:nvPr/>
        </p:nvSpPr>
        <p:spPr>
          <a:xfrm>
            <a:off x="6537960" y="50474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Capabilities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537960" y="537667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apps directly to the Claude AI API to generate real content.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AEC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portfoli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Portfolio Website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website to show my skills, projects, and contact details.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07108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07108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navigation menu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 grid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contact form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AE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pic>
        <p:nvPicPr>
          <p:cNvPr id="32" name="Image 1" descr="/home/claude/ppt/icons/portfoli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B7BFEE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AECFA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AECFA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4C5FD5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B7BF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AEC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Clock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clock that updates every second, with 12hr / 24hr toggle.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07108" y="23774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07108" y="23774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Timer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second live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12hr and 24hr formats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Glowing modern display design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AE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pic>
        <p:nvPicPr>
          <p:cNvPr id="32" name="Image 1" descr="/home/claude/ppt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B7BFEE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AECFA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AECFA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4C5FD5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B7BF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AEC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tod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List App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to-do list that saves your tasks even after closing the browser.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07108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07108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complete, delete tasks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data with LocalStorage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pending vs completed count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AE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pic>
        <p:nvPicPr>
          <p:cNvPr id="32" name="Image 1" descr="/home/claude/ppt/icons/tod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B7BFEE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AECFA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AECFA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4C5FD5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B7BF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AEC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Grid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calculator built with a clean button grid layout.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5458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B7BFEE"/>
          </a:solidFill>
          <a:ln w="9525">
            <a:solidFill>
              <a:srgbClr val="4C5F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5458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math operations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backspace keys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layout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AE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pic>
        <p:nvPicPr>
          <p:cNvPr id="32" name="Image 1" descr="/home/claude/ppt/icons/calcula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B7BFEE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AECFA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AECFA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4C5FD5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B7BF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AECFA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weath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Tracker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weather for any city using a public weather API.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5648" y="2377440"/>
            <a:ext cx="982980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237744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75788" y="23774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75788" y="23774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temperature, humidity, wind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 of cities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async JS event loop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weath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06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Generator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random inspiring quotes with smooth transitions.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504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62656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2656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quote on click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fade transitions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and export quote text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quo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07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passwo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Generator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strong, random passwords based on your chosen settings.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46177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461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length &amp; character types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copy to clipboard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strength slider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passwo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08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sli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Slider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carousel that slides between images smoothly.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33045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330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Transform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8892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/ previous navigation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slide animation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indicators for position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sli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09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ledg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Ledger Tracker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income and expenses and calculates your balance.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46177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461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/ expense entries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amounts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saved automatically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ledg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10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mov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Flick — Movie Catalog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search app with 16 curated films and a dark theme.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33045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330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8892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actor, director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filter pills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 in popup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mov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not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App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card-based note-taking app for quick, organised notes.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54580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54580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delete note cards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as you type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card layout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not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12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quiz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 App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quiz that scores answers and shows results.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46177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461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question flow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right / wrong answers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summary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quiz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13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reci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Finder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recipe database and shows ingredients &amp; steps.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5648" y="2377440"/>
            <a:ext cx="133045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2377440"/>
            <a:ext cx="1330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TheMealDB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recipe search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list with quantities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cooking method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000" dirty="0"/>
          </a:p>
        </p:txBody>
      </p:sp>
      <p:sp>
        <p:nvSpPr>
          <p:cNvPr id="29" name="Shape 26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1" descr="/home/claude/ppt/icons/recip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2" name="Shape 28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3" name="Shape 29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6" name="Shape 32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7" name="Shape 33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39" name="Shape 35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0" name="Shape 36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3" name="Shape 39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4" name="Shape 40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5" name="Text 41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14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ecommer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Product Page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premium-style product page with cart and image gallery.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156716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15184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184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gallery with thumbnails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selector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cart total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ecommer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15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Profile Finder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any GitHub username and shows their public profile.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5648" y="23774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23774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followers &amp; repo count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top repositories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invalid usernames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7000" dirty="0"/>
          </a:p>
        </p:txBody>
      </p:sp>
      <p:sp>
        <p:nvSpPr>
          <p:cNvPr id="29" name="Shape 26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1" descr="/home/claude/ppt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2" name="Shape 28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3" name="Shape 29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6" name="Shape 32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7" name="Shape 33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39" name="Shape 35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0" name="Shape 36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3" name="Shape 39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4" name="Shape 40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5" name="Text 41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CLIENT UTILITIES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16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ppt/icons/kan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drag-and-drop task board with To Do, In Progress &amp; Done.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461772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461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3774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99DCD5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2377440"/>
            <a:ext cx="1504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API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 between columns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task cards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drop indicators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/home/claude/ppt/icons/kan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99DCD5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E0F5F2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0F5F2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99DCD5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ADVANCED &amp;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17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pic>
        <p:nvPicPr>
          <p:cNvPr id="6" name="Image 0" descr="/home/claude/ppt/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Group Chat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chat app where messages appear instantly for everyone.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330452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330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88920" y="2377440"/>
            <a:ext cx="982980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237744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login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message sync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Auto-scrolls to latest message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1E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1" descr="/home/claude/ppt/icons/ch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D1BEFB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F1EBFE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F1EBFE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D1BEFB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ADVANCED &amp;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18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pic>
        <p:nvPicPr>
          <p:cNvPr id="6" name="Image 0" descr="/home/claude/ppt/icons/a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Manuscript — AI Writing Studio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tool that writes content using Claude's API.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writing style templates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up to 4 variants at once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generation history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1E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7000" dirty="0"/>
          </a:p>
        </p:txBody>
      </p:sp>
      <p:sp>
        <p:nvSpPr>
          <p:cNvPr id="29" name="Shape 26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1" descr="/home/claude/ppt/icons/a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D1BEFB"/>
          </a:solidFill>
          <a:ln/>
        </p:spPr>
      </p:sp>
      <p:sp>
        <p:nvSpPr>
          <p:cNvPr id="32" name="Shape 28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F1EBFE"/>
          </a:solidFill>
          <a:ln/>
        </p:spPr>
      </p:sp>
      <p:sp>
        <p:nvSpPr>
          <p:cNvPr id="33" name="Shape 29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F1EBFE"/>
          </a:solidFill>
          <a:ln/>
        </p:spPr>
      </p:sp>
      <p:sp>
        <p:nvSpPr>
          <p:cNvPr id="35" name="Shape 31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6" name="Shape 32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7" name="Shape 33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39" name="Shape 35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0" name="Shape 36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D1BEFB"/>
          </a:solidFill>
          <a:ln/>
        </p:spPr>
      </p:sp>
      <p:sp>
        <p:nvSpPr>
          <p:cNvPr id="43" name="Shape 39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4" name="Shape 40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5" name="Text 41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ADVANCED &amp;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pic>
        <p:nvPicPr>
          <p:cNvPr id="6" name="Image 0" descr="/home/claude/ppt/icons/job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Job 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board that searches and saves remote job listings.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Remotive API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02052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D1BEFB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2052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keyword job search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bookmark favourite jobs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routing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1E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7000" dirty="0"/>
          </a:p>
        </p:txBody>
      </p:sp>
      <p:sp>
        <p:nvSpPr>
          <p:cNvPr id="31" name="Shape 28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1" descr="/home/claude/ppt/icons/job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D1BEFB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F1EBFE"/>
          </a:solidFill>
          <a:ln/>
        </p:spPr>
      </p:sp>
      <p:sp>
        <p:nvSpPr>
          <p:cNvPr id="35" name="Shape 31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F1EBFE"/>
          </a:solidFill>
          <a:ln/>
        </p:spPr>
      </p:sp>
      <p:sp>
        <p:nvSpPr>
          <p:cNvPr id="37" name="Shape 33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8" name="Shape 34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39" name="Shape 35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41" name="Shape 37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2" name="Shape 38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3" name="Shape 39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D1BEFB"/>
          </a:solidFill>
          <a:ln/>
        </p:spPr>
      </p:sp>
      <p:sp>
        <p:nvSpPr>
          <p:cNvPr id="45" name="Shape 41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1EBFE"/>
          </a:solidFill>
          <a:ln/>
        </p:spPr>
      </p:sp>
      <p:sp>
        <p:nvSpPr>
          <p:cNvPr id="46" name="Shape 42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7" name="Text 43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F8F1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· FRONTEND + UI/UX DEVELOPER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20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C48A4A"/>
          </a:solidFill>
          <a:ln/>
        </p:spPr>
      </p:sp>
      <p:pic>
        <p:nvPicPr>
          <p:cNvPr id="6" name="Image 0" descr="/home/claude/ppt/icons/fash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CosoStyle — Fashion E-Commerce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fashion storefront with cart, wishlist, and a smooth shopping UI.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3120" y="23774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2377440"/>
            <a:ext cx="1504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44468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4468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entire shopping UI/UX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cart &amp; wishlist logic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hover animations &amp; filters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98932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Built as Frontend Developer &amp; UI/UX Designer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9" name="Shape 26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30" name="Shape 27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31" name="Shape 28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8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7000" dirty="0"/>
          </a:p>
        </p:txBody>
      </p:sp>
      <p:sp>
        <p:nvSpPr>
          <p:cNvPr id="33" name="Shape 30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C48A4A"/>
          </a:solidFill>
          <a:ln/>
        </p:spPr>
      </p:sp>
      <p:pic>
        <p:nvPicPr>
          <p:cNvPr id="34" name="Image 1" descr="/home/claude/ppt/icons/fash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E7D0B7"/>
          </a:solidFill>
          <a:ln/>
        </p:spPr>
      </p:sp>
      <p:sp>
        <p:nvSpPr>
          <p:cNvPr id="36" name="Shape 32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F8F1E9"/>
          </a:solidFill>
          <a:ln/>
        </p:spPr>
      </p:sp>
      <p:sp>
        <p:nvSpPr>
          <p:cNvPr id="37" name="Shape 33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F8F1E9"/>
          </a:solidFill>
          <a:ln/>
        </p:spPr>
      </p:sp>
      <p:sp>
        <p:nvSpPr>
          <p:cNvPr id="39" name="Shape 35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40" name="Shape 36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C48A4A"/>
          </a:solidFill>
          <a:ln/>
        </p:spPr>
      </p:sp>
      <p:sp>
        <p:nvSpPr>
          <p:cNvPr id="43" name="Shape 39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8F1E9"/>
          </a:solidFill>
          <a:ln/>
        </p:spPr>
      </p:sp>
      <p:sp>
        <p:nvSpPr>
          <p:cNvPr id="44" name="Shape 40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5" name="Shape 41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7D0B7"/>
          </a:solidFill>
          <a:ln/>
        </p:spPr>
      </p:sp>
      <p:sp>
        <p:nvSpPr>
          <p:cNvPr id="47" name="Shape 43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8F1E9"/>
          </a:solidFill>
          <a:ln/>
        </p:spPr>
      </p:sp>
      <p:sp>
        <p:nvSpPr>
          <p:cNvPr id="48" name="Shape 44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9" name="Text 45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F8F1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· FRONTEND + UI/UX DEVELOPER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52560" y="41148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21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C48A4A"/>
          </a:solidFill>
          <a:ln/>
        </p:spPr>
      </p:sp>
      <p:pic>
        <p:nvPicPr>
          <p:cNvPr id="6" name="Image 0" descr="/home/claude/ppt/icons/wardr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042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86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Wardrobe AI — Closet Planner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closet app to plan outfits and manage your wardrobe.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21308" y="237744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1308" y="237744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02052" y="23774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E7D0B7"/>
          </a:solidFill>
          <a:ln w="9525">
            <a:solidFill>
              <a:srgbClr val="C48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2052" y="23774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outfit-planner calendar UI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garment upload &amp; tagging screens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553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44897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Supabase backend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98932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Built as Frontend Developer &amp; UI/UX Designer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37960" y="82296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B4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12280" y="1078992"/>
            <a:ext cx="146304" cy="14630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9" name="Shape 26"/>
          <p:cNvSpPr/>
          <p:nvPr/>
        </p:nvSpPr>
        <p:spPr>
          <a:xfrm>
            <a:off x="7068312" y="1078992"/>
            <a:ext cx="146304" cy="146304"/>
          </a:xfrm>
          <a:prstGeom prst="ellipse">
            <a:avLst/>
          </a:prstGeom>
          <a:solidFill>
            <a:srgbClr val="F0C572"/>
          </a:solidFill>
          <a:ln/>
        </p:spPr>
      </p:sp>
      <p:sp>
        <p:nvSpPr>
          <p:cNvPr id="30" name="Shape 27"/>
          <p:cNvSpPr/>
          <p:nvPr/>
        </p:nvSpPr>
        <p:spPr>
          <a:xfrm>
            <a:off x="7324344" y="1078992"/>
            <a:ext cx="146304" cy="146304"/>
          </a:xfrm>
          <a:prstGeom prst="ellipse">
            <a:avLst/>
          </a:prstGeom>
          <a:solidFill>
            <a:srgbClr val="76C893"/>
          </a:solidFill>
          <a:ln/>
        </p:spPr>
      </p:sp>
      <p:sp>
        <p:nvSpPr>
          <p:cNvPr id="31" name="Shape 28"/>
          <p:cNvSpPr/>
          <p:nvPr/>
        </p:nvSpPr>
        <p:spPr>
          <a:xfrm>
            <a:off x="6537960" y="1417320"/>
            <a:ext cx="5120640" cy="0"/>
          </a:xfrm>
          <a:prstGeom prst="line">
            <a:avLst/>
          </a:prstGeom>
          <a:noFill/>
          <a:ln w="12700">
            <a:solidFill>
              <a:srgbClr val="E7E9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55480" y="15087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8F1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7000" dirty="0"/>
          </a:p>
        </p:txBody>
      </p:sp>
      <p:sp>
        <p:nvSpPr>
          <p:cNvPr id="33" name="Shape 30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C48A4A"/>
          </a:solidFill>
          <a:ln/>
        </p:spPr>
      </p:sp>
      <p:pic>
        <p:nvPicPr>
          <p:cNvPr id="34" name="Image 1" descr="/home/claude/ppt/icons/wardr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498080" y="185623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E7D0B7"/>
          </a:solidFill>
          <a:ln/>
        </p:spPr>
      </p:sp>
      <p:sp>
        <p:nvSpPr>
          <p:cNvPr id="36" name="Shape 32"/>
          <p:cNvSpPr/>
          <p:nvPr/>
        </p:nvSpPr>
        <p:spPr>
          <a:xfrm>
            <a:off x="7498080" y="2057400"/>
            <a:ext cx="2087118" cy="118872"/>
          </a:xfrm>
          <a:prstGeom prst="roundRect">
            <a:avLst>
              <a:gd name="adj" fmla="val 23077"/>
            </a:avLst>
          </a:prstGeom>
          <a:solidFill>
            <a:srgbClr val="F8F1E9"/>
          </a:solidFill>
          <a:ln/>
        </p:spPr>
      </p:sp>
      <p:sp>
        <p:nvSpPr>
          <p:cNvPr id="37" name="Shape 33"/>
          <p:cNvSpPr/>
          <p:nvPr/>
        </p:nvSpPr>
        <p:spPr>
          <a:xfrm>
            <a:off x="6903720" y="22860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32320" y="251460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F8F1E9"/>
          </a:solidFill>
          <a:ln/>
        </p:spPr>
      </p:sp>
      <p:sp>
        <p:nvSpPr>
          <p:cNvPr id="39" name="Shape 35"/>
          <p:cNvSpPr/>
          <p:nvPr/>
        </p:nvSpPr>
        <p:spPr>
          <a:xfrm>
            <a:off x="7132320" y="2880360"/>
            <a:ext cx="255574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40" name="Shape 36"/>
          <p:cNvSpPr/>
          <p:nvPr/>
        </p:nvSpPr>
        <p:spPr>
          <a:xfrm>
            <a:off x="7132320" y="320040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F7F8FC"/>
          </a:solidFill>
          <a:ln/>
        </p:spPr>
      </p:sp>
      <p:sp>
        <p:nvSpPr>
          <p:cNvPr id="41" name="Shape 37"/>
          <p:cNvSpPr/>
          <p:nvPr/>
        </p:nvSpPr>
        <p:spPr>
          <a:xfrm>
            <a:off x="690372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08660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C48A4A"/>
          </a:solidFill>
          <a:ln/>
        </p:spPr>
      </p:sp>
      <p:sp>
        <p:nvSpPr>
          <p:cNvPr id="43" name="Shape 39"/>
          <p:cNvSpPr/>
          <p:nvPr/>
        </p:nvSpPr>
        <p:spPr>
          <a:xfrm>
            <a:off x="708660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8F1E9"/>
          </a:solidFill>
          <a:ln/>
        </p:spPr>
      </p:sp>
      <p:sp>
        <p:nvSpPr>
          <p:cNvPr id="44" name="Shape 40"/>
          <p:cNvSpPr/>
          <p:nvPr/>
        </p:nvSpPr>
        <p:spPr>
          <a:xfrm>
            <a:off x="708660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5" name="Shape 41"/>
          <p:cNvSpPr/>
          <p:nvPr/>
        </p:nvSpPr>
        <p:spPr>
          <a:xfrm>
            <a:off x="9235440" y="39319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9418320" y="411480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7D0B7"/>
          </a:solidFill>
          <a:ln/>
        </p:spPr>
      </p:sp>
      <p:sp>
        <p:nvSpPr>
          <p:cNvPr id="47" name="Shape 43"/>
          <p:cNvSpPr/>
          <p:nvPr/>
        </p:nvSpPr>
        <p:spPr>
          <a:xfrm>
            <a:off x="9418320" y="4892040"/>
            <a:ext cx="1691640" cy="182880"/>
          </a:xfrm>
          <a:prstGeom prst="roundRect">
            <a:avLst>
              <a:gd name="adj" fmla="val 20000"/>
            </a:avLst>
          </a:prstGeom>
          <a:solidFill>
            <a:srgbClr val="F8F1E9"/>
          </a:solidFill>
          <a:ln/>
        </p:spPr>
      </p:sp>
      <p:sp>
        <p:nvSpPr>
          <p:cNvPr id="48" name="Shape 44"/>
          <p:cNvSpPr/>
          <p:nvPr/>
        </p:nvSpPr>
        <p:spPr>
          <a:xfrm>
            <a:off x="9418320" y="5120640"/>
            <a:ext cx="930402" cy="146304"/>
          </a:xfrm>
          <a:prstGeom prst="roundRect">
            <a:avLst>
              <a:gd name="adj" fmla="val 25000"/>
            </a:avLst>
          </a:prstGeom>
          <a:solidFill>
            <a:srgbClr val="F7F8FC"/>
          </a:solidFill>
          <a:ln/>
        </p:spPr>
      </p:sp>
      <p:sp>
        <p:nvSpPr>
          <p:cNvPr id="49" name="Text 45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A25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Role: Frontend Developer &amp;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CosoStyle and Wardrobe AI, I moved beyond building features — I owned the full look, feel, and user experience of two production-style products.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232752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33832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C48A4A"/>
          </a:solidFill>
          <a:ln/>
        </p:spPr>
      </p:sp>
      <p:pic>
        <p:nvPicPr>
          <p:cNvPr id="8" name="Image 0" descr="/home/claude/ppt/icons/fash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20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CosoStyle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E-Commerce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504748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full shopping interface end-to-end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545896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53675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cart, wishlist &amp; checkout flows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0120" y="587044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57790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with Tailwind CSS v4 + Lucide icons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3063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232752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33832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C48A4A"/>
          </a:solidFill>
          <a:ln/>
        </p:spPr>
      </p:sp>
      <p:pic>
        <p:nvPicPr>
          <p:cNvPr id="19" name="Image 1" descr="/home/claude/ppt/icons/wardr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4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Wardrobe AI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83680" y="4526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 Planner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83680" y="504748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outfit-planner calendar UI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545896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53675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garment upload &amp; tagging screens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83680" y="5870448"/>
            <a:ext cx="164592" cy="164592"/>
          </a:xfrm>
          <a:prstGeom prst="ellipse">
            <a:avLst/>
          </a:prstGeom>
          <a:solidFill>
            <a:srgbClr val="C48A4A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57790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UI to a Supabase backend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5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Along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C5FD5"/>
          </a:solidFill>
          <a:ln/>
        </p:spPr>
      </p:sp>
      <p:pic>
        <p:nvPicPr>
          <p:cNvPr id="6" name="Image 0" descr="/home/claude/ppt/icons/takeaway_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from single-file HTML scripts to component-driven React apps with context and routing.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ppt/icons/takeaway_a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396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Data Handling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46520" y="2651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API fetches, JSON parsing, loading states, and database integrations.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3434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8B5CF6"/>
          </a:solidFill>
          <a:ln/>
        </p:spPr>
      </p:sp>
      <p:pic>
        <p:nvPicPr>
          <p:cNvPr id="16" name="Image 2" descr="/home/claude/ppt/icons/takeaway_u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714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25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Engineering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premium interfaces with flexbox, grid, dark mode, animation, and Tailwind CSS v4.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2700">
            <a:solidFill>
              <a:srgbClr val="E7E9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3434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C48A4A"/>
          </a:solidFill>
          <a:ln/>
        </p:spPr>
      </p:sp>
      <p:pic>
        <p:nvPicPr>
          <p:cNvPr id="21" name="Image 3" descr="/home/claude/ppt/icons/takeaway_a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4714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25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Cloud Skills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46520" y="49834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Claude AI API for generation, and built secure cloud backends in Firebase &amp; Supabase.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97280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62B4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024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projects completed, tested, and documented 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two live builds as Frontend &amp; UI/UX Developer.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828800" cy="0"/>
          </a:xfrm>
          <a:prstGeom prst="line">
            <a:avLst/>
          </a:prstGeom>
          <a:noFill/>
          <a:ln w="25400">
            <a:solidFill>
              <a:srgbClr val="8F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Pawan Kumar Singh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2026-07-20T07:06:44Z</dcterms:created>
  <dcterms:modified xsi:type="dcterms:W3CDTF">2026-07-20T07:06:44Z</dcterms:modified>
</cp:coreProperties>
</file>